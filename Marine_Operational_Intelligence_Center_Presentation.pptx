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MARINE OPERATIONAL N8N</a:t>
            </a:r>
            <a:br/>
            <a:r>
              <a:t>INTELLIGENCE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Digital Maritime Operations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Executive Digital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Fleet Operations • Fuel Intelligence • QHSSE • N8N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Fleet Operations</a:t>
            </a:r>
          </a:p>
          <a:p>
            <a:pPr>
              <a:spcAft>
                <a:spcPts val="1000"/>
              </a:spcAft>
              <a:defRPr sz="2200"/>
            </a:pPr>
            <a:r>
              <a:t>• Fuel Intelligence</a:t>
            </a:r>
          </a:p>
          <a:p>
            <a:pPr>
              <a:spcAft>
                <a:spcPts val="1000"/>
              </a:spcAft>
              <a:defRPr sz="2200"/>
            </a:pPr>
            <a:r>
              <a:t>• QHSSE</a:t>
            </a:r>
          </a:p>
          <a:p>
            <a:pPr>
              <a:spcAft>
                <a:spcPts val="1000"/>
              </a:spcAft>
              <a:defRPr sz="2200"/>
            </a:pPr>
            <a:r>
              <a:t>• N8N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Marine Operations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Vessel Operations • Voyage • PMS / Maintenance • Defects • Certificates • Bunker • Cargo • Audit &amp; Findings • Action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Vessel Operations</a:t>
            </a:r>
          </a:p>
          <a:p>
            <a:pPr>
              <a:spcAft>
                <a:spcPts val="1000"/>
              </a:spcAft>
              <a:defRPr sz="2200"/>
            </a:pPr>
            <a:r>
              <a:t>• Voyage</a:t>
            </a:r>
          </a:p>
          <a:p>
            <a:pPr>
              <a:spcAft>
                <a:spcPts val="1000"/>
              </a:spcAft>
              <a:defRPr sz="2200"/>
            </a:pPr>
            <a:r>
              <a:t>• PMS / Maintenance</a:t>
            </a:r>
          </a:p>
          <a:p>
            <a:pPr>
              <a:spcAft>
                <a:spcPts val="1000"/>
              </a:spcAft>
              <a:defRPr sz="2200"/>
            </a:pPr>
            <a:r>
              <a:t>• Defects</a:t>
            </a:r>
          </a:p>
          <a:p>
            <a:pPr>
              <a:spcAft>
                <a:spcPts val="1000"/>
              </a:spcAft>
              <a:defRPr sz="2200"/>
            </a:pPr>
            <a:r>
              <a:t>• Certificates</a:t>
            </a:r>
          </a:p>
          <a:p>
            <a:pPr>
              <a:spcAft>
                <a:spcPts val="1000"/>
              </a:spcAft>
              <a:defRPr sz="2200"/>
            </a:pPr>
            <a:r>
              <a:t>• Bunker</a:t>
            </a:r>
          </a:p>
          <a:p>
            <a:pPr>
              <a:spcAft>
                <a:spcPts val="1000"/>
              </a:spcAft>
              <a:defRPr sz="2200"/>
            </a:pPr>
            <a:r>
              <a:t>• Cargo</a:t>
            </a:r>
          </a:p>
          <a:p>
            <a:pPr>
              <a:spcAft>
                <a:spcPts val="1000"/>
              </a:spcAft>
              <a:defRPr sz="2200"/>
            </a:pPr>
            <a:r>
              <a:t>• Audit &amp; Findings</a:t>
            </a:r>
          </a:p>
          <a:p>
            <a:pPr>
              <a:spcAft>
                <a:spcPts val="1000"/>
              </a:spcAft>
              <a:defRPr sz="2200"/>
            </a:pPr>
            <a:r>
              <a:t>• Action Tracker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Fuel Efficiency BBM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DPR / BBM Control • Main Engine • Auxiliary Engine • RPM Monitoring • Fuel Performance • Fuel Cost •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DPR / BBM Control</a:t>
            </a:r>
          </a:p>
          <a:p>
            <a:pPr>
              <a:spcAft>
                <a:spcPts val="1000"/>
              </a:spcAft>
              <a:defRPr sz="2200"/>
            </a:pPr>
            <a:r>
              <a:t>• Main Engine</a:t>
            </a:r>
          </a:p>
          <a:p>
            <a:pPr>
              <a:spcAft>
                <a:spcPts val="1000"/>
              </a:spcAft>
              <a:defRPr sz="2200"/>
            </a:pPr>
            <a:r>
              <a:t>• Auxiliary Engine</a:t>
            </a:r>
          </a:p>
          <a:p>
            <a:pPr>
              <a:spcAft>
                <a:spcPts val="1000"/>
              </a:spcAft>
              <a:defRPr sz="2200"/>
            </a:pPr>
            <a:r>
              <a:t>• RPM Monitoring</a:t>
            </a:r>
          </a:p>
          <a:p>
            <a:pPr>
              <a:spcAft>
                <a:spcPts val="1000"/>
              </a:spcAft>
              <a:defRPr sz="2200"/>
            </a:pPr>
            <a:r>
              <a:t>• Fuel Performance</a:t>
            </a:r>
          </a:p>
          <a:p>
            <a:pPr>
              <a:spcAft>
                <a:spcPts val="1000"/>
              </a:spcAft>
              <a:defRPr sz="2200"/>
            </a:pPr>
            <a:r>
              <a:t>• Fuel Cost</a:t>
            </a:r>
          </a:p>
          <a:p>
            <a:pPr>
              <a:spcAft>
                <a:spcPts val="1000"/>
              </a:spcAft>
              <a:defRPr sz="2200"/>
            </a:pPr>
            <a:r>
              <a:t>• Engine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QHSSE Company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Incident / Near Miss • Inspection &amp; Audit • Risk Management • Corrective Action • Regulatory Compliance • Safety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Incident / Near Miss</a:t>
            </a:r>
          </a:p>
          <a:p>
            <a:pPr>
              <a:spcAft>
                <a:spcPts val="1000"/>
              </a:spcAft>
              <a:defRPr sz="2200"/>
            </a:pPr>
            <a:r>
              <a:t>• Inspection &amp; Audit</a:t>
            </a:r>
          </a:p>
          <a:p>
            <a:pPr>
              <a:spcAft>
                <a:spcPts val="1000"/>
              </a:spcAft>
              <a:defRPr sz="2200"/>
            </a:pPr>
            <a:r>
              <a:t>• Risk Management</a:t>
            </a:r>
          </a:p>
          <a:p>
            <a:pPr>
              <a:spcAft>
                <a:spcPts val="1000"/>
              </a:spcAft>
              <a:defRPr sz="2200"/>
            </a:pPr>
            <a:r>
              <a:t>• Corrective Action</a:t>
            </a:r>
          </a:p>
          <a:p>
            <a:pPr>
              <a:spcAft>
                <a:spcPts val="1000"/>
              </a:spcAft>
              <a:defRPr sz="2200"/>
            </a:pPr>
            <a:r>
              <a:t>• Regulatory Compliance</a:t>
            </a:r>
          </a:p>
          <a:p>
            <a:pPr>
              <a:spcAft>
                <a:spcPts val="1000"/>
              </a:spcAft>
              <a:defRPr sz="2200"/>
            </a:pPr>
            <a:r>
              <a:t>• Safety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AI &amp; N8N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Marine AI Co-Pilot • Operational Analysis • Alerts • Reports • Approvals • Data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Marine AI Co-Pilot</a:t>
            </a:r>
          </a:p>
          <a:p>
            <a:pPr>
              <a:spcAft>
                <a:spcPts val="1000"/>
              </a:spcAft>
              <a:defRPr sz="2200"/>
            </a:pPr>
            <a:r>
              <a:t>• Operational Analysis</a:t>
            </a:r>
          </a:p>
          <a:p>
            <a:pPr>
              <a:spcAft>
                <a:spcPts val="1000"/>
              </a:spcAft>
              <a:defRPr sz="2200"/>
            </a:pPr>
            <a:r>
              <a:t>• Alerts</a:t>
            </a:r>
          </a:p>
          <a:p>
            <a:pPr>
              <a:spcAft>
                <a:spcPts val="1000"/>
              </a:spcAft>
              <a:defRPr sz="2200"/>
            </a:pPr>
            <a:r>
              <a:t>• Reports</a:t>
            </a:r>
          </a:p>
          <a:p>
            <a:pPr>
              <a:spcAft>
                <a:spcPts val="1000"/>
              </a:spcAft>
              <a:defRPr sz="2200"/>
            </a:pPr>
            <a:r>
              <a:t>• Approvals</a:t>
            </a:r>
          </a:p>
          <a:p>
            <a:pPr>
              <a:spcAft>
                <a:spcPts val="1000"/>
              </a:spcAft>
              <a:defRPr sz="2200"/>
            </a:pPr>
            <a:r>
              <a:t>• Data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Deployment &amp; Company Customization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Cloud deployment • Company identity • Vessel database • User access • Multi-vessel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Cloud deployment</a:t>
            </a:r>
          </a:p>
          <a:p>
            <a:pPr>
              <a:spcAft>
                <a:spcPts val="1000"/>
              </a:spcAft>
              <a:defRPr sz="2200"/>
            </a:pPr>
            <a:r>
              <a:t>• Company identity</a:t>
            </a:r>
          </a:p>
          <a:p>
            <a:pPr>
              <a:spcAft>
                <a:spcPts val="1000"/>
              </a:spcAft>
              <a:defRPr sz="2200"/>
            </a:pPr>
            <a:r>
              <a:t>• Vessel database</a:t>
            </a:r>
          </a:p>
          <a:p>
            <a:pPr>
              <a:spcAft>
                <a:spcPts val="1000"/>
              </a:spcAft>
              <a:defRPr sz="2200"/>
            </a:pPr>
            <a:r>
              <a:t>• User access</a:t>
            </a:r>
          </a:p>
          <a:p>
            <a:pPr>
              <a:spcAft>
                <a:spcPts val="1000"/>
              </a:spcAft>
              <a:defRPr sz="2200"/>
            </a:pPr>
            <a:r>
              <a:t>• Multi-vessel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LIVE DIGITAL MARITIME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MARINE OPERATIONAL N8N INTELLIGENCE CENTER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